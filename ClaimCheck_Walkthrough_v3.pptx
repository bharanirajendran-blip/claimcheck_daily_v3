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508760"/>
            <a:ext cx="50292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37360" y="1508760"/>
            <a:ext cx="50292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508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508760"/>
            <a:ext cx="50292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508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ClaimCheck Daily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Fact-Checking System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of a live fact-checking pipeline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54880"/>
            <a:ext cx="7315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Bharani Rajendran  ·  Grad5900 Agentic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Automated Fact-Checking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347472" cy="34747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1612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publishes faster than humans can verify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93392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21408"/>
            <a:ext cx="347472" cy="34747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075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need grounding in evidence, not LLM intuition alone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07792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35808"/>
            <a:ext cx="347472" cy="34747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one claim should be reusable in the next run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22192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50208"/>
            <a:ext cx="347472" cy="34747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9044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be accessible as a tool, not just a CLI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10789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078992"/>
            <a:ext cx="5486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161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researches · GPT-4o selects &amp; judges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19933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993392"/>
            <a:ext cx="5486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075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evidence store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2304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reused across runs via hybrid RAG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29077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907792"/>
            <a:ext cx="5486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990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loop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triggers targeted retries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3822192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822192"/>
            <a:ext cx="5486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904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interface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4133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host can call check_claim()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2743200" cy="6583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749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7498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Fetch Agent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481328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664208"/>
            <a:ext cx="128016" cy="12801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Claude agent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128016" cy="12801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49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feed → fetch_url loop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" y="2907792"/>
            <a:ext cx="128016" cy="12801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research findings output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" y="3529584"/>
            <a:ext cx="128016" cy="12801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persistence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" y="4151376"/>
            <a:ext cx="128016" cy="12801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step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64408" y="749808"/>
            <a:ext cx="274320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749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77640" y="7498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+ RAG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64408" y="1481328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01568" y="1664208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Director added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01568" y="2286000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249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evidence store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01568" y="2907792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TF-IDF + BM25 retrieval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01568" y="3529584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context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01568" y="4151376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+ retry loop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36208" y="749808"/>
            <a:ext cx="2743200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749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949440" y="7498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+ MCP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36208" y="1481328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73368" y="1664208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interface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73368" y="2286000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249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 for low-confidence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73368" y="2907792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via Serper API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73368" y="3529584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11-node LangGraph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73368" y="4151376"/>
            <a:ext cx="128016" cy="12801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tool access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v1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0" y="777240"/>
            <a:ext cx="224028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Fetch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07592"/>
            <a:ext cx="9601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2984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RSS/Atom feeds — extract headline + URL as a Claim object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" y="1792224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2024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20240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57400"/>
            <a:ext cx="9601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57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204825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Director reviews candidates and picks the most verifiable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" y="2542032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7004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70048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07208"/>
            <a:ext cx="9601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072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279806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Opus: fetch_url loop reads the source article → raw findings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" y="3291840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41985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19856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57016"/>
            <a:ext cx="9601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570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35478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Director synthesizes a verdict label + summary from findings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4672" y="4041648"/>
            <a:ext cx="0" cy="1280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16966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169664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06824"/>
            <a:ext cx="9601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068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54480" y="42976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and JSON reports written to docs/ and outputs/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Components &amp; What Was Missing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54864" cy="7680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52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(GPT-4o)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90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claims from RSS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verdict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066544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66544"/>
            <a:ext cx="54864" cy="7680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(Claude)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86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fetch_url loop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raw research 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62656"/>
            <a:ext cx="54864" cy="7680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fetch_url Tool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826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+ BeautifulSoup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HTML → plain 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858768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58768"/>
            <a:ext cx="54864" cy="7680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178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HTML +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docs/ and outputs/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Discovered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170432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170432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1353312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1261872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starts fresh — no evidence reuse across runs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066544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066544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2249424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215798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guesses source URLs; no live web search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962656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962656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145536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21808" y="305409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check on verdicts — hallucinations pass through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3858768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858768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4041648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3950208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both researches and judges — no independence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v2 Added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0" y="777240"/>
            <a:ext cx="224028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777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+ RAG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335024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2435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07792" y="1335024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26187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JSON store — chunks survive across runs and feed into 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20240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084832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9933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07792" y="2084832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01168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(60%) + BM25 (40%) with claim-local-first merge strategy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67004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70048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834640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7432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07792" y="2834640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276148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 tracks source domains — adds cross-run context to queries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41985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419856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3584448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4930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07792" y="3584448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0672" y="351129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GPT-4o judge scores verdicts on 4 RAGAS dimensions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16966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169664"/>
            <a:ext cx="54864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" y="4334256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2428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907792" y="4334256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0672" y="426110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verdicts trigger revise_query → re-retrieve → re-verdict cycle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Components in Detail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72491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4864" cy="19019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777240"/>
            <a:ext cx="2724912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7772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(GPT-4o)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" y="1371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307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selection from RSS candidates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18470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83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synthesis from retrieved evidence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777240"/>
            <a:ext cx="272491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777240"/>
            <a:ext cx="54864" cy="19019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777240"/>
            <a:ext cx="2724912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7772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(Claude)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10712" y="1371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1307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fetch_url ReAct loop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10712" y="18470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1783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pages stored for chunking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777240"/>
            <a:ext cx="272491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777240"/>
            <a:ext cx="54864" cy="19019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777240"/>
            <a:ext cx="2724912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7772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36792" y="1371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1307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raw_source ×1.15 · summary ×1.0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36792" y="18470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1783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source_metadata ×0.75 chunk weights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2862072"/>
            <a:ext cx="272491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862072"/>
            <a:ext cx="54864" cy="19019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862072"/>
            <a:ext cx="2724912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2862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HybridRetriever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4632" y="34564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33924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+ BM25 keyword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" y="39319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8679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Claim-local boost (SAME_CLAIM ×1.25)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46120" y="2862072"/>
            <a:ext cx="272491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46120" y="2862072"/>
            <a:ext cx="54864" cy="19019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2862072"/>
            <a:ext cx="2724912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9272" y="2862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410712" y="34564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93592" y="33924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source-domain nodes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410712" y="39319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93592" y="38679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related context to retrieval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72200" y="2862072"/>
            <a:ext cx="2724912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2862072"/>
            <a:ext cx="54864" cy="19019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72200" y="2862072"/>
            <a:ext cx="2724912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45352" y="286207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(GPT-4o)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36792" y="34564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9672" y="33924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RAGAS dimensions: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36792" y="39319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9672" y="386791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· Citation · Contradiction · Assumption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→ v3 — What Still Needed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Gaps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749808"/>
            <a:ext cx="41148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749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Solutions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26464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298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access — check_claim required running the CLI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517904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88720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88720"/>
            <a:ext cx="54864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426464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26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1298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check_claim(), search_evidence(), get_verdict_history()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084832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084832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22576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1945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verdicts published without a safety net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241401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084832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084832"/>
            <a:ext cx="54864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322576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1945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gate — MIXED/UNVERIFIABLE claims go to review_queue.json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980944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980944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218688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309067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guesses URLs — no live web search capability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34840" y="331012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980944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980944"/>
            <a:ext cx="54864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218688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309067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tool — Serper API finds authoritative URLs for Claude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87705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877056"/>
            <a:ext cx="54864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11480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8680" y="39867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single-claim invocation path for interactive use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34840" y="420624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87705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877056"/>
            <a:ext cx="54864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411480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57800" y="39867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--claim flag + MCP path for interactive single-claim checks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11-Node LangGraph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601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01368" y="116128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672" y="960120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47672" y="9601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16128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75304" y="960120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75304" y="9601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56632" y="116128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2936" y="960120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02936" y="9601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store_evidence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84264" y="1161288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30568" y="960120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0568" y="9601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graph_context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71232" y="1362456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1655064"/>
            <a:ext cx="65105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176272"/>
            <a:ext cx="0" cy="2926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176272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01368" y="23774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47672" y="2176272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47672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23774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75304" y="2176272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75304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56632" y="23774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02936" y="2176272"/>
            <a:ext cx="1481328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02936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review_gate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84264" y="23774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0568" y="2176272"/>
            <a:ext cx="148132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30568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15968" y="2578608"/>
            <a:ext cx="0" cy="201168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575304" y="2779776"/>
            <a:ext cx="148132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575304" y="27797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revise_query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60704" y="2980944"/>
            <a:ext cx="2514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060704" y="2578608"/>
            <a:ext cx="0" cy="402336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148072" y="2834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max 2 retries per claim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200400"/>
            <a:ext cx="260604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82512" y="3401568"/>
            <a:ext cx="4114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876288" y="3337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path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82512" y="37490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3685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path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11-Node LangGraph: What Each Node Does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harvest_node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1978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RSS/Atom feeds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candidate Claim objects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7724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select_node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11978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Director picks top claims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checkability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77724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research_node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11978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web_search → fetch_url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ResearchResult + fetched pages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77724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77724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7772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store_evidence_node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03720" y="119786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pages into raw_source,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source_metadata types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19456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19456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graph_context_node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26151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networkx domain 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related-claim context to state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219456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23160" y="219456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retrieve_node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26151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TF-IDF + BM25 retrieval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Claim-local-first merge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219456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19456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verdict_node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26151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synthesizes grounded verdict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TRUE/FALSE/MIXED/etc.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219456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219456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7144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verify_node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26151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LLM-as-Judge: 4 RAGAS dimensions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retry if weak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361188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3611880"/>
            <a:ext cx="20116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3611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revise_query_node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0040" y="4032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retrieval query for retry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re-fetch if needed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23160" y="361188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23160" y="361188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78024" y="3611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review_gate_node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14600" y="4032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low-confidence claims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review_queue.json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361188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611880"/>
            <a:ext cx="201168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72584" y="36118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publish_node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09160" y="4032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HTML to docs/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JSON to outputs/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Engine — web_search + fetch_url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4864" cy="1965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777240"/>
            <a:ext cx="40233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772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 (new in v3)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26187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API → Google organic results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62763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 string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19933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19933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results — title, URL, snippet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35915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3591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discovers authoritative URLs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 from training knowledge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77724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777240"/>
            <a:ext cx="54864" cy="1965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777240"/>
            <a:ext cx="402336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777240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fetch_url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126187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+ BeautifulSoup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162763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6048" y="19933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19933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up to 4,000 chars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235915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3591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article content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web_search found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880360"/>
            <a:ext cx="850392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880360"/>
            <a:ext cx="8375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Tool-Use Loop (up to 5 rounds for MCP · 8 rounds for CLI)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310128"/>
            <a:ext cx="1188720" cy="43891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310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+ URL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54480" y="3529584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92224" y="3310128"/>
            <a:ext cx="11887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92224" y="3310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80944" y="3529584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18688" y="3310128"/>
            <a:ext cx="11887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8688" y="3310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fetch_url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07408" y="3529584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45152" y="3310128"/>
            <a:ext cx="11887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3310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33872" y="3529584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71616" y="3310128"/>
            <a:ext cx="11887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3310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fetch_url #2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60336" y="3529584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3310128"/>
            <a:ext cx="1188720" cy="43891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33101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0040" y="3886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loop, backtrack, or skip steps — extended thinking guides the strategy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 &amp; Hybrid Retrieval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40233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143000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5544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article text — highest weight,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direct connection to the claim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13432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13432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13432"/>
            <a:ext cx="402336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313432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27249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findings summary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baseline weight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483864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83864"/>
            <a:ext cx="54864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483864"/>
            <a:ext cx="4023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838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source_metadata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3483864"/>
            <a:ext cx="896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×0.75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389534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URL + reliability note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weight, structural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749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Strategy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14300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143000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2618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126187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 cosine similarity · term frequency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19019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901952"/>
            <a:ext cx="54864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0208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202082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keyword scoring · exact-match boost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670048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670048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715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Strategy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29443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Claim-local hits first  ·  SAME_CLAIM boost ×1.25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Cross-run fallback  ·  Domain cap MAX_HITS_PER_DOMAIN = 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363931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63931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685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Cache (v3 optimization)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913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 keyed by chunk fingerprint — avoids O(n) TF-IDF rebuild on repeated retrieval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4747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Persistence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9875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era where articles get quietly edited, deleted, or taken down under political pressure...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35204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3520440" cy="43891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544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stateless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14884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0848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zero every session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62432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5603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an article said yesterday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309981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0358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site deletes or edits a story — the evidence is gone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357530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51129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verify what was claimed at a specific point in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554480"/>
            <a:ext cx="35204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554480"/>
            <a:ext cx="3520440" cy="43891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5544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ClaimCheck / persistent store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14884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8072" y="20848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source text at research 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6243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8072" y="25603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stored with URL + date provenance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0998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30358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deleted tomorrow? Evidence was already captured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5753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351129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has access to all evidence from days 1-29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4251960"/>
            <a:ext cx="7498080" cy="658368"/>
          </a:xfrm>
          <a:prstGeom prst="rect">
            <a:avLst/>
          </a:prstGeom>
          <a:solidFill>
            <a:srgbClr val="1C19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2976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Wayback Machine exists for exactly this reason. ClaimCheck applies the same principle to evidence — capture at the moment of research, store with provenance, retrieve later.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Verification 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— 4 RAGAS Dimensions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2588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207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444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claims supported by retrieved evidence?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39112"/>
            <a:ext cx="5486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221992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340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specific sources cited correctly?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3522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35224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11810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2999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3236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verdict contradict any evidence?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3133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31336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4014216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895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4133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verdict rely on unverified assumptions?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749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Flow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1143000"/>
            <a:ext cx="82296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132588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25312" y="1143000"/>
            <a:ext cx="82296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48272" y="132588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2864" y="1143000"/>
            <a:ext cx="82296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review_gate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35824" y="132588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0416" y="1143000"/>
            <a:ext cx="8229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0416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38928" y="1627632"/>
            <a:ext cx="41148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16276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23560" y="1627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verdict → verify → review_gate → publish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38928" y="1956816"/>
            <a:ext cx="41148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19568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verify ✗ → revise_query → re-retrieve → verdict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23225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retry iterations per claim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2743200"/>
            <a:ext cx="4023360" cy="117043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2743200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2816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Deadline (v3 optimization)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8348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injected at round 3 (MCP) or round 6 (CLI).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83480" y="33467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Claude to write final findings instead of burning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rounds and returning "Research incomplete."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45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865376" y="4645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MOSTLY_TRUE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73552" y="4645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81728" y="4645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MOSTLY_FALSE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89904" y="4645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498080" y="46451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check_claim, search_evidence, get_verdict_history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274320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4864" cy="22677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777240"/>
            <a:ext cx="2743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77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check_claim(text)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3167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pipeline on a single claim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700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verdict, confidence, summary, key_evidence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396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084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verifier_score, cost_summary, retrieved_evidence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468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docs_manual/ and outputs_manual/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777240"/>
            <a:ext cx="274320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777240"/>
            <a:ext cx="54864" cy="22677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777240"/>
            <a:ext cx="274320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777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search_evidence(query, k)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01568" y="137160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13167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cumulative evidence store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1755648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1700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TF-IDF + BM25 across all past runs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139696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2084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top-k matching chunks with scores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252374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2468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to explore past evidence before a full check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777240"/>
            <a:ext cx="274320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777240"/>
            <a:ext cx="54864" cy="22677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777240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7772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get_verdict_history(date)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45936" y="13716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13167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past verdicts from JSON archive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45936" y="175564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7104" y="1700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YYYY-MM-DD or omit for latest run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45936" y="213969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7104" y="2084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both daily and manual archives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45936" y="2523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7104" y="24688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claim, verdict, confidence, verifier_score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182112"/>
            <a:ext cx="8503920" cy="171907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182112"/>
            <a:ext cx="54864" cy="17190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Timeout Tuning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" y="35295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has a ~60 s request timeout. The full pipeline with retries takes 80–120 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3858768"/>
            <a:ext cx="310896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858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CLAIMCHECK_MAX_TOOL_ROUNDS = 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49040" y="38953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capped at 5 rounds for MCP (vs 8 for CLI) — saves ~30s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2920" y="4242816"/>
            <a:ext cx="310896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242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CLAIMCHECK_MAX_RETRIES = 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49040" y="42793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corroborate loop disabled for MCP — saves another ~40s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" y="46451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defaults can be overridden in .env. CLI daily runs use 8 rounds + 2 retries (unaffected).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Runtime Optimizations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91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41248"/>
            <a:ext cx="54864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41248"/>
            <a:ext cx="41148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4124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Cache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3840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HybridRetriever cached by MD5 chunk fingerprint (count + first/last chunk_id). Eliminates repeated O(n) TF-IDF fit_transform — each unique chunk set is built once and reused for the life of the process.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841248"/>
            <a:ext cx="41148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4124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Deadline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53312"/>
            <a:ext cx="3840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 injected at round MAX_TOOL_ROUNDS - 2. At round 6 (CLI) or round 3 (MCP), Claude is told to stop fetching and write its final report. Prevents the "Research incomplete" fallback when all rounds are exhausted.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54864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52928"/>
            <a:ext cx="4114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529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Timeout Tuning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3840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 sets CLAIMCHECK_MAX_TOOL_ROUNDS=5 and CLAIMCHECK_MAX_RETRIES=0 before the Researcher singleton is created. First-pass research + verdict completes in ~35–40 s, well under the 60 s MCP client timeout.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852928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852928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852928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529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Claim-Framing Guard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364992"/>
            <a:ext cx="3840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Evaluative meta-claim detector (_looks_like_evaluative_meta_claim) identifies headlines like "X Amplifies Baseless Claim About Y". Extra prompt guidance keeps GPT-4o judging the full headline, not the embedded proposition.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207008"/>
            <a:ext cx="502920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07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fetches source article · GPT-4o selects &amp; writes verdict · No RAG · No persistence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01368"/>
            <a:ext cx="5029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013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evidence store · Hybrid TF-IDF + BM25 retrieval · LLM-as-Judge + retry loop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395728"/>
            <a:ext cx="50292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9572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231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11-node LangGraph pipeline · web_search + fetch_url tools · MCP server · Review gate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063240"/>
            <a:ext cx="1371600" cy="1463040"/>
          </a:xfrm>
          <a:prstGeom prst="rect">
            <a:avLst/>
          </a:prstGeom>
          <a:solidFill>
            <a:srgbClr val="0D1B4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95728" y="3063240"/>
            <a:ext cx="1371600" cy="1463040"/>
          </a:xfrm>
          <a:prstGeom prst="rect">
            <a:avLst/>
          </a:prstGeom>
          <a:solidFill>
            <a:srgbClr val="0D1B4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395728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68496" y="3063240"/>
            <a:ext cx="1371600" cy="1463040"/>
          </a:xfrm>
          <a:prstGeom prst="rect">
            <a:avLst/>
          </a:prstGeom>
          <a:solidFill>
            <a:srgbClr val="0D1B4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68496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968496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41264" y="3063240"/>
            <a:ext cx="1371600" cy="1463040"/>
          </a:xfrm>
          <a:prstGeom prst="rect">
            <a:avLst/>
          </a:prstGeom>
          <a:solidFill>
            <a:srgbClr val="0D1B4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+BM25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41264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14032" y="3063240"/>
            <a:ext cx="1371600" cy="1463040"/>
          </a:xfrm>
          <a:prstGeom prst="rect">
            <a:avLst/>
          </a:prstGeom>
          <a:solidFill>
            <a:srgbClr val="0D1B4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3154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114032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7548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github.com/bharanirajendran-blip/ClaimCheck_Daily_v3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"ChatGPT gives you an answer.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ClaimCheck gives you a system."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200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3840480" cy="868680"/>
          </a:xfrm>
          <a:prstGeom prst="rect">
            <a:avLst/>
          </a:prstGeom>
          <a:solidFill>
            <a:srgbClr val="0D1B4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60320"/>
            <a:ext cx="4572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9077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accumulates across runs — not wiped each session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3840480" cy="868680"/>
          </a:xfrm>
          <a:prstGeom prst="rect">
            <a:avLst/>
          </a:prstGeom>
          <a:solidFill>
            <a:srgbClr val="0D1B4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560320"/>
            <a:ext cx="4572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verdict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93792" y="29077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researches, GPT-4o judges, separate GPT-4o verifies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3840480" cy="868680"/>
          </a:xfrm>
          <a:prstGeom prst="rect">
            <a:avLst/>
          </a:prstGeom>
          <a:solidFill>
            <a:srgbClr val="0D1B4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566160"/>
            <a:ext cx="457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9136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verifier scores verdicts and triggers retries on failure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3566160"/>
            <a:ext cx="3840480" cy="868680"/>
          </a:xfrm>
          <a:prstGeom prst="rect">
            <a:avLst/>
          </a:prstGeom>
          <a:solidFill>
            <a:srgbClr val="0D1B4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566160"/>
            <a:ext cx="457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93792" y="39136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RSS feeds and publishes reports daily — no human needed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773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github.com/bharanirajendran-blip/ClaimCheck_Daily_v3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ClaimCheck Daily — Walkthrough v3</dc:title>
  <dc:subject>PptxGenJS Presentation</dc:subject>
  <dc:creator>Bharani Rajendran</dc:creator>
  <cp:lastModifiedBy>Bharani Rajendran</cp:lastModifiedBy>
  <cp:revision>1</cp:revision>
  <dcterms:created xsi:type="dcterms:W3CDTF">2026-04-20T21:17:40Z</dcterms:created>
  <dcterms:modified xsi:type="dcterms:W3CDTF">2026-04-20T21:17:40Z</dcterms:modified>
</cp:coreProperties>
</file>